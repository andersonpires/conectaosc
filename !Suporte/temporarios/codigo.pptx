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4" r:id="rId2"/>
    <p:sldId id="275" r:id="rId3"/>
    <p:sldId id="276" r:id="rId4"/>
    <p:sldId id="256" r:id="rId5"/>
    <p:sldId id="271" r:id="rId6"/>
    <p:sldId id="272" r:id="rId7"/>
    <p:sldId id="273" r:id="rId8"/>
    <p:sldId id="269" r:id="rId9"/>
    <p:sldId id="270" r:id="rId10"/>
    <p:sldId id="267" r:id="rId11"/>
    <p:sldId id="268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 Pires" userId="8c770e43fadf586b" providerId="LiveId" clId="{9398D633-751E-4F0F-8F91-894C08171638}"/>
    <pc:docChg chg="custSel addSld modSld">
      <pc:chgData name="Anderson Pires" userId="8c770e43fadf586b" providerId="LiveId" clId="{9398D633-751E-4F0F-8F91-894C08171638}" dt="2025-04-22T21:13:00.101" v="314" actId="1076"/>
      <pc:docMkLst>
        <pc:docMk/>
      </pc:docMkLst>
      <pc:sldChg chg="addSp modSp mod">
        <pc:chgData name="Anderson Pires" userId="8c770e43fadf586b" providerId="LiveId" clId="{9398D633-751E-4F0F-8F91-894C08171638}" dt="2025-04-22T19:42:47.171" v="152" actId="20577"/>
        <pc:sldMkLst>
          <pc:docMk/>
          <pc:sldMk cId="2421776153" sldId="274"/>
        </pc:sldMkLst>
        <pc:spChg chg="add mod">
          <ac:chgData name="Anderson Pires" userId="8c770e43fadf586b" providerId="LiveId" clId="{9398D633-751E-4F0F-8F91-894C08171638}" dt="2025-04-22T19:42:13.189" v="61" actId="20577"/>
          <ac:spMkLst>
            <pc:docMk/>
            <pc:sldMk cId="2421776153" sldId="274"/>
            <ac:spMk id="2" creationId="{1F62E9C9-87B6-000F-838E-ABE7D3425C48}"/>
          </ac:spMkLst>
        </pc:spChg>
        <pc:spChg chg="mod">
          <ac:chgData name="Anderson Pires" userId="8c770e43fadf586b" providerId="LiveId" clId="{9398D633-751E-4F0F-8F91-894C08171638}" dt="2025-04-22T12:31:04.088" v="0" actId="12"/>
          <ac:spMkLst>
            <pc:docMk/>
            <pc:sldMk cId="2421776153" sldId="274"/>
            <ac:spMk id="3" creationId="{B3BB30BE-F7F1-3BE0-8A14-0FAE0C6C961D}"/>
          </ac:spMkLst>
        </pc:spChg>
        <pc:spChg chg="mod">
          <ac:chgData name="Anderson Pires" userId="8c770e43fadf586b" providerId="LiveId" clId="{9398D633-751E-4F0F-8F91-894C08171638}" dt="2025-04-22T13:39:54.585" v="6" actId="20577"/>
          <ac:spMkLst>
            <pc:docMk/>
            <pc:sldMk cId="2421776153" sldId="274"/>
            <ac:spMk id="4" creationId="{02A4456F-D47D-E4D3-8AA0-FAA799E5FB97}"/>
          </ac:spMkLst>
        </pc:spChg>
        <pc:spChg chg="add mod">
          <ac:chgData name="Anderson Pires" userId="8c770e43fadf586b" providerId="LiveId" clId="{9398D633-751E-4F0F-8F91-894C08171638}" dt="2025-04-22T19:42:47.171" v="152" actId="20577"/>
          <ac:spMkLst>
            <pc:docMk/>
            <pc:sldMk cId="2421776153" sldId="274"/>
            <ac:spMk id="5" creationId="{592E0CF1-0257-6D3B-3B4C-3B4D477227F1}"/>
          </ac:spMkLst>
        </pc:spChg>
      </pc:sldChg>
      <pc:sldChg chg="addSp delSp modSp new mod">
        <pc:chgData name="Anderson Pires" userId="8c770e43fadf586b" providerId="LiveId" clId="{9398D633-751E-4F0F-8F91-894C08171638}" dt="2025-04-22T21:13:00.101" v="314" actId="1076"/>
        <pc:sldMkLst>
          <pc:docMk/>
          <pc:sldMk cId="2790464626" sldId="275"/>
        </pc:sldMkLst>
        <pc:spChg chg="del mod">
          <ac:chgData name="Anderson Pires" userId="8c770e43fadf586b" providerId="LiveId" clId="{9398D633-751E-4F0F-8F91-894C08171638}" dt="2025-04-22T21:12:44.549" v="306" actId="478"/>
          <ac:spMkLst>
            <pc:docMk/>
            <pc:sldMk cId="2790464626" sldId="275"/>
            <ac:spMk id="2" creationId="{012D0C74-0E97-21C1-B6F8-0743D6818F89}"/>
          </ac:spMkLst>
        </pc:spChg>
        <pc:spChg chg="mod">
          <ac:chgData name="Anderson Pires" userId="8c770e43fadf586b" providerId="LiveId" clId="{9398D633-751E-4F0F-8F91-894C08171638}" dt="2025-04-22T19:41:10.229" v="19" actId="27636"/>
          <ac:spMkLst>
            <pc:docMk/>
            <pc:sldMk cId="2790464626" sldId="275"/>
            <ac:spMk id="3" creationId="{AE46BDC2-C96E-4BA8-9D91-FCAC897D1E49}"/>
          </ac:spMkLst>
        </pc:spChg>
        <pc:spChg chg="add del mod">
          <ac:chgData name="Anderson Pires" userId="8c770e43fadf586b" providerId="LiveId" clId="{9398D633-751E-4F0F-8F91-894C08171638}" dt="2025-04-22T19:39:27.727" v="16" actId="478"/>
          <ac:spMkLst>
            <pc:docMk/>
            <pc:sldMk cId="2790464626" sldId="275"/>
            <ac:spMk id="4" creationId="{4BA17DA2-B281-E107-54F5-8313B61559A9}"/>
          </ac:spMkLst>
        </pc:spChg>
        <pc:spChg chg="add del mod">
          <ac:chgData name="Anderson Pires" userId="8c770e43fadf586b" providerId="LiveId" clId="{9398D633-751E-4F0F-8F91-894C08171638}" dt="2025-04-22T19:42:53.301" v="155" actId="478"/>
          <ac:spMkLst>
            <pc:docMk/>
            <pc:sldMk cId="2790464626" sldId="275"/>
            <ac:spMk id="6" creationId="{7EDB599A-19D0-9EAD-3692-008702697ED7}"/>
          </ac:spMkLst>
        </pc:spChg>
        <pc:spChg chg="add mod">
          <ac:chgData name="Anderson Pires" userId="8c770e43fadf586b" providerId="LiveId" clId="{9398D633-751E-4F0F-8F91-894C08171638}" dt="2025-04-22T19:43:18.767" v="211" actId="20577"/>
          <ac:spMkLst>
            <pc:docMk/>
            <pc:sldMk cId="2790464626" sldId="275"/>
            <ac:spMk id="7" creationId="{A3D8828A-6854-578E-0911-770D11A6941F}"/>
          </ac:spMkLst>
        </pc:spChg>
        <pc:spChg chg="add mod">
          <ac:chgData name="Anderson Pires" userId="8c770e43fadf586b" providerId="LiveId" clId="{9398D633-751E-4F0F-8F91-894C08171638}" dt="2025-04-22T19:43:49.971" v="265" actId="20577"/>
          <ac:spMkLst>
            <pc:docMk/>
            <pc:sldMk cId="2790464626" sldId="275"/>
            <ac:spMk id="8" creationId="{EBEF8E8B-6A95-732B-5278-C8195718105B}"/>
          </ac:spMkLst>
        </pc:spChg>
        <pc:spChg chg="add del mod">
          <ac:chgData name="Anderson Pires" userId="8c770e43fadf586b" providerId="LiveId" clId="{9398D633-751E-4F0F-8F91-894C08171638}" dt="2025-04-22T21:12:46.201" v="307" actId="478"/>
          <ac:spMkLst>
            <pc:docMk/>
            <pc:sldMk cId="2790464626" sldId="275"/>
            <ac:spMk id="10" creationId="{AB70D32C-736F-7F2E-195C-F3EA2760DABA}"/>
          </ac:spMkLst>
        </pc:spChg>
        <pc:spChg chg="add mod">
          <ac:chgData name="Anderson Pires" userId="8c770e43fadf586b" providerId="LiveId" clId="{9398D633-751E-4F0F-8F91-894C08171638}" dt="2025-04-22T21:13:00.101" v="314" actId="1076"/>
          <ac:spMkLst>
            <pc:docMk/>
            <pc:sldMk cId="2790464626" sldId="275"/>
            <ac:spMk id="11" creationId="{D03704EF-EE9D-AD9A-A66E-9266586E987C}"/>
          </ac:spMkLst>
        </pc:spChg>
      </pc:sldChg>
      <pc:sldChg chg="addSp modSp new mod">
        <pc:chgData name="Anderson Pires" userId="8c770e43fadf586b" providerId="LiveId" clId="{9398D633-751E-4F0F-8F91-894C08171638}" dt="2025-04-22T19:44:10.561" v="305" actId="20577"/>
        <pc:sldMkLst>
          <pc:docMk/>
          <pc:sldMk cId="935242497" sldId="276"/>
        </pc:sldMkLst>
        <pc:spChg chg="mod">
          <ac:chgData name="Anderson Pires" userId="8c770e43fadf586b" providerId="LiveId" clId="{9398D633-751E-4F0F-8F91-894C08171638}" dt="2025-04-22T19:41:55.162" v="23" actId="27636"/>
          <ac:spMkLst>
            <pc:docMk/>
            <pc:sldMk cId="935242497" sldId="276"/>
            <ac:spMk id="3" creationId="{3E92F849-D6FE-7573-465F-24A7A3DDE970}"/>
          </ac:spMkLst>
        </pc:spChg>
        <pc:spChg chg="add mod">
          <ac:chgData name="Anderson Pires" userId="8c770e43fadf586b" providerId="LiveId" clId="{9398D633-751E-4F0F-8F91-894C08171638}" dt="2025-04-22T19:44:10.561" v="305" actId="20577"/>
          <ac:spMkLst>
            <pc:docMk/>
            <pc:sldMk cId="935242497" sldId="276"/>
            <ac:spMk id="4" creationId="{98A79C74-65A6-4493-3C53-5108A2DBDD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81D5A-D361-4DE4-AE61-798021ADA627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223AB-10F2-4EB9-8FA1-2D28464ABD2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939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223AB-10F2-4EB9-8FA1-2D28464ABD2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46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A8054-000D-C07E-C4CD-1A4FF17B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C21E42-A645-0836-AB88-A917B6B6A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0BA7FC-50AB-0EF8-FC16-686937FF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7139C0-9B42-4D37-9674-DB03D680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B25087-A892-6B96-BF5A-1BE45416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81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ACB4F-3A35-5FFB-3D5F-52B1A5E5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A7373A-4543-CD4F-B16B-178057E27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16779-6D5F-A108-59BE-033A21A3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81F435-9995-61FE-C3FC-1ABAA103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4A0370-1DAE-EFED-E2B1-2E78C1C5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65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84BED-90AA-AC37-13EE-9FF7188D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E173E8-ED3E-C08C-0810-7A0492653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58CFC-DF52-8E47-4643-532224AA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20B8F-C698-2A72-B636-AE101ACF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10E15-246A-E03F-F9FC-74BE5617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72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B4A5C-1AB9-22B8-2ECB-2B553E24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F20800-83A2-6F85-8F48-991CDE06C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73AC99-8A21-23B8-70D1-DCC19237B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EB5E2D-B31C-9080-C46B-31DFE5D3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687EB-5193-3F48-ED09-2BB89220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B0F359-3C4A-05EB-3ED3-FA40566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0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64872-BF39-B5D1-3B23-C4A45987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A0960B-F197-9A84-288E-A624E2E81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8A46C8-217B-0BB3-EBBF-87E848CC6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D66070-F6F2-907C-BEDD-FD93EA66E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226573-A3D6-D85C-D477-EBF8E544A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84D968-3076-63D5-6428-C1D6CE7B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45DCC6-D9DF-AC66-C075-2E108446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D9F74D-BB57-8A8E-BABD-F454B6FE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88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00EBA-0CC5-9F18-3839-4FF18477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B2F66E-17DC-5582-7C80-33F273BE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624852-0C03-FDA0-4625-DB8248A6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643D90-38E1-2105-A6C2-6664CC7C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46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8176B90-CF85-5975-87EE-265A528C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8DF3B8-6C0B-19FF-C69F-7A5CF53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C8B31F-E492-D590-0434-9A5669FF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A3838-2498-6A7E-5155-2BB1324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2C9B5A-5909-899D-2B9F-97FB05E78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245A06-3552-595C-2F90-7327785FF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0E7B1C-EECE-F364-E5A2-FB8175C0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2441FA-9E5B-3AC7-EAB4-ABA0E5A8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197426-7BA6-BD96-985D-8203B701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6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BE05B-4120-D0E1-BD35-B3CCCB91F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1DDEDC-55A1-53BA-A85A-C74B61355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E87059-88BB-6AFE-9952-4104F89AF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261511-3733-082E-7941-B9E5F6C6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5444CE-B261-3767-CC5A-E10A032F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7EB8DB-34A0-A821-5C08-F7B8510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1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6C8EA-8406-92E5-B05A-175622CD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523573-0C52-7F35-9CD9-4AF600F7E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1AE566-9F41-A38A-0CAE-CAFE2F85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974CAC-739F-13B1-8046-F5E6B875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115DD-1F88-D051-F75C-EDE50BE1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50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259EF0-E59C-2DA0-EEE8-C53DEE2D6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972800-D701-0B9C-3101-7DA21824C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DF2BC3-A3CF-4E35-EAD8-C4AD5244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390189-0601-CB32-956E-551CEF98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62460F-AA7F-868D-F5C8-4CF10698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30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61E9A9-21B3-D495-CE48-9F23EB6A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23EDB0-FE35-DA0F-AD66-61A7703DD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2FA005-6ACE-7397-AF18-9E24EE1DD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6B857-C560-4AC2-935D-FBE4230547CF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F9B5C8-C738-2E06-0B44-5470C7600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45EDC-407C-EB95-D92C-653FCB31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C8AB7-46D2-4EE0-B6DC-B39ACF6AC9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65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conectaosc/app/chamada/delete_selected.php?remove=si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B30BE-F7F1-3BE0-8A14-0FAE0C6C9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/>
              <a:t>SELECT </a:t>
            </a:r>
          </a:p>
          <a:p>
            <a:pPr marL="0" indent="0">
              <a:buNone/>
            </a:pPr>
            <a:r>
              <a:rPr lang="pt-BR"/>
              <a:t>    </a:t>
            </a:r>
            <a:r>
              <a:rPr lang="pt-BR" err="1"/>
              <a:t>IdAluno</a:t>
            </a:r>
            <a:r>
              <a:rPr lang="pt-BR"/>
              <a:t>, </a:t>
            </a:r>
          </a:p>
          <a:p>
            <a:pPr marL="0" indent="0">
              <a:buNone/>
            </a:pPr>
            <a:r>
              <a:rPr lang="pt-BR"/>
              <a:t>    </a:t>
            </a:r>
            <a:r>
              <a:rPr lang="pt-BR" err="1"/>
              <a:t>IdCurso</a:t>
            </a:r>
            <a:r>
              <a:rPr lang="pt-BR"/>
              <a:t>, </a:t>
            </a:r>
          </a:p>
          <a:p>
            <a:pPr marL="0" indent="0">
              <a:buNone/>
            </a:pPr>
            <a:r>
              <a:rPr lang="pt-BR"/>
              <a:t>    COUNT(DISTINCT </a:t>
            </a:r>
            <a:r>
              <a:rPr lang="pt-BR" err="1"/>
              <a:t>IdMatricula</a:t>
            </a:r>
            <a:r>
              <a:rPr lang="pt-BR"/>
              <a:t>) AS </a:t>
            </a:r>
            <a:r>
              <a:rPr lang="pt-BR" err="1"/>
              <a:t>qtdMatriculas</a:t>
            </a:r>
            <a:endParaRPr lang="pt-BR"/>
          </a:p>
          <a:p>
            <a:pPr marL="0" indent="0">
              <a:buNone/>
            </a:pPr>
            <a:r>
              <a:rPr lang="pt-BR"/>
              <a:t>FROM </a:t>
            </a:r>
          </a:p>
          <a:p>
            <a:pPr marL="0" indent="0">
              <a:buNone/>
            </a:pPr>
            <a:r>
              <a:rPr lang="pt-BR"/>
              <a:t>    </a:t>
            </a:r>
            <a:r>
              <a:rPr lang="pt-BR" err="1"/>
              <a:t>tbChamada</a:t>
            </a:r>
            <a:endParaRPr lang="pt-BR"/>
          </a:p>
          <a:p>
            <a:pPr marL="0" indent="0">
              <a:buNone/>
            </a:pPr>
            <a:r>
              <a:rPr lang="pt-BR"/>
              <a:t>GROUP BY </a:t>
            </a:r>
          </a:p>
          <a:p>
            <a:pPr marL="0" indent="0">
              <a:buNone/>
            </a:pPr>
            <a:r>
              <a:rPr lang="pt-BR"/>
              <a:t>    </a:t>
            </a:r>
            <a:r>
              <a:rPr lang="pt-BR" err="1"/>
              <a:t>IdAluno</a:t>
            </a:r>
            <a:r>
              <a:rPr lang="pt-BR"/>
              <a:t>, </a:t>
            </a:r>
            <a:r>
              <a:rPr lang="pt-BR" err="1"/>
              <a:t>IdCurso</a:t>
            </a:r>
            <a:endParaRPr lang="pt-BR"/>
          </a:p>
          <a:p>
            <a:pPr marL="0" indent="0">
              <a:buNone/>
            </a:pPr>
            <a:r>
              <a:rPr lang="pt-BR"/>
              <a:t>HAVING </a:t>
            </a:r>
          </a:p>
          <a:p>
            <a:pPr marL="0" indent="0">
              <a:buNone/>
            </a:pPr>
            <a:r>
              <a:rPr lang="pt-BR"/>
              <a:t>    </a:t>
            </a:r>
            <a:r>
              <a:rPr lang="pt-BR" err="1"/>
              <a:t>qtdMatriculas</a:t>
            </a:r>
            <a:r>
              <a:rPr lang="pt-BR"/>
              <a:t> &gt; 1 </a:t>
            </a:r>
          </a:p>
          <a:p>
            <a:pPr marL="0" indent="0">
              <a:buNone/>
            </a:pPr>
            <a:r>
              <a:rPr lang="pt-BR"/>
              <a:t>ORDER BY `</a:t>
            </a:r>
            <a:r>
              <a:rPr lang="pt-BR" err="1"/>
              <a:t>tbChamada</a:t>
            </a:r>
            <a:r>
              <a:rPr lang="pt-BR"/>
              <a:t>`.`</a:t>
            </a:r>
            <a:r>
              <a:rPr lang="pt-BR" err="1"/>
              <a:t>IdAluno</a:t>
            </a:r>
            <a:r>
              <a:rPr lang="pt-BR"/>
              <a:t>` ASC;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A4456F-D47D-E4D3-8AA0-FAA799E5F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66296"/>
            <a:ext cx="21337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DELETE FROM </a:t>
            </a:r>
            <a:r>
              <a:rPr kumimoji="0" lang="pt-BR" altLang="pt-BR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tbChamada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WHERE </a:t>
            </a:r>
            <a:r>
              <a:rPr kumimoji="0" lang="pt-BR" altLang="pt-BR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IdChamada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IN (1714,1711,8237,7489,8239,1709,1956,8240,1673,1510,1680,1660,1641,1787,1903,2121,2330,2537,3175,3859,4513,4757,5185,5802,6060,6474,6816,7420,2881,7025,7473,1683,7481,1521,1689,1799,1962,2015,2204,2424,2629,3064,3267,3510,3689,8710,4142,1688,7039,7474,7074,7490,7063,7477,3731,3989, 8697);</a:t>
            </a:r>
            <a:b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1F62E9C9-87B6-000F-838E-ABE7D3425C48}"/>
              </a:ext>
            </a:extLst>
          </p:cNvPr>
          <p:cNvSpPr/>
          <p:nvPr/>
        </p:nvSpPr>
        <p:spPr>
          <a:xfrm>
            <a:off x="0" y="-546100"/>
            <a:ext cx="3937000" cy="280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Deleta datas iguais para mesmo aluno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592E0CF1-0257-6D3B-3B4C-3B4D477227F1}"/>
              </a:ext>
            </a:extLst>
          </p:cNvPr>
          <p:cNvSpPr/>
          <p:nvPr/>
        </p:nvSpPr>
        <p:spPr>
          <a:xfrm>
            <a:off x="-1041400" y="2659528"/>
            <a:ext cx="3937000" cy="280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Descobre quantas pessoas com mesma </a:t>
            </a:r>
            <a:r>
              <a:rPr lang="pt-BR" err="1"/>
              <a:t>IdALuno</a:t>
            </a:r>
            <a:r>
              <a:rPr lang="pt-BR"/>
              <a:t> e diferentes </a:t>
            </a:r>
            <a:r>
              <a:rPr lang="pt-BR" err="1"/>
              <a:t>IdMatricula</a:t>
            </a:r>
            <a:r>
              <a:rPr lang="pt-BR"/>
              <a:t> existem</a:t>
            </a:r>
          </a:p>
        </p:txBody>
      </p:sp>
    </p:spTree>
    <p:extLst>
      <p:ext uri="{BB962C8B-B14F-4D97-AF65-F5344CB8AC3E}">
        <p14:creationId xmlns:p14="http://schemas.microsoft.com/office/powerpoint/2010/main" val="242177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46BDC2-C96E-4BA8-9D91-FCAC897D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/>
              <a:t>-- Atualiza os </a:t>
            </a:r>
            <a:r>
              <a:rPr lang="pt-BR" err="1"/>
              <a:t>IdMatricula</a:t>
            </a:r>
            <a:r>
              <a:rPr lang="pt-BR"/>
              <a:t> para o menor valor por </a:t>
            </a:r>
            <a:r>
              <a:rPr lang="pt-BR" err="1"/>
              <a:t>IdAluno</a:t>
            </a:r>
            <a:endParaRPr lang="pt-BR"/>
          </a:p>
          <a:p>
            <a:pPr marL="0" indent="0">
              <a:buNone/>
            </a:pPr>
            <a:r>
              <a:rPr lang="pt-BR"/>
              <a:t>UPDATE </a:t>
            </a:r>
            <a:r>
              <a:rPr lang="pt-BR" err="1"/>
              <a:t>tbChamada</a:t>
            </a:r>
            <a:endParaRPr lang="pt-BR"/>
          </a:p>
          <a:p>
            <a:pPr marL="0" indent="0">
              <a:buNone/>
            </a:pPr>
            <a:r>
              <a:rPr lang="pt-BR"/>
              <a:t>SET </a:t>
            </a:r>
            <a:r>
              <a:rPr lang="pt-BR" err="1"/>
              <a:t>IdMatricula</a:t>
            </a:r>
            <a:r>
              <a:rPr lang="pt-BR"/>
              <a:t> = </a:t>
            </a:r>
          </a:p>
          <a:p>
            <a:pPr marL="0" indent="0">
              <a:buNone/>
            </a:pPr>
            <a:r>
              <a:rPr lang="pt-BR"/>
              <a:t>  CASE </a:t>
            </a:r>
            <a:r>
              <a:rPr lang="pt-BR" err="1"/>
              <a:t>IdAluno</a:t>
            </a:r>
            <a:endParaRPr lang="pt-BR"/>
          </a:p>
          <a:p>
            <a:pPr marL="0" indent="0">
              <a:buNone/>
            </a:pPr>
            <a:r>
              <a:rPr lang="pt-BR"/>
              <a:t>    WHEN 438 THEN 11</a:t>
            </a:r>
          </a:p>
          <a:p>
            <a:pPr marL="0" indent="0">
              <a:buNone/>
            </a:pPr>
            <a:r>
              <a:rPr lang="pt-BR"/>
              <a:t>    WHEN 416 THEN 89</a:t>
            </a:r>
          </a:p>
          <a:p>
            <a:pPr marL="0" indent="0">
              <a:buNone/>
            </a:pPr>
            <a:r>
              <a:rPr lang="pt-BR"/>
              <a:t>    WHEN 443 THEN 116</a:t>
            </a:r>
          </a:p>
          <a:p>
            <a:pPr marL="0" indent="0">
              <a:buNone/>
            </a:pPr>
            <a:r>
              <a:rPr lang="pt-BR"/>
              <a:t>    WHEN 590 THEN 381</a:t>
            </a:r>
          </a:p>
          <a:p>
            <a:pPr marL="0" indent="0">
              <a:buNone/>
            </a:pPr>
            <a:r>
              <a:rPr lang="pt-BR"/>
              <a:t>  END</a:t>
            </a:r>
          </a:p>
          <a:p>
            <a:pPr marL="0" indent="0">
              <a:buNone/>
            </a:pPr>
            <a:r>
              <a:rPr lang="pt-BR"/>
              <a:t>WHERE </a:t>
            </a:r>
            <a:r>
              <a:rPr lang="pt-BR" err="1"/>
              <a:t>IdAluno</a:t>
            </a:r>
            <a:r>
              <a:rPr lang="pt-BR"/>
              <a:t> IN (438, 416, 443, 590)</a:t>
            </a:r>
          </a:p>
          <a:p>
            <a:pPr marL="0" indent="0">
              <a:buNone/>
            </a:pPr>
            <a:r>
              <a:rPr lang="pt-BR"/>
              <a:t>  AND </a:t>
            </a:r>
            <a:r>
              <a:rPr lang="pt-BR" err="1"/>
              <a:t>IdMatricula</a:t>
            </a:r>
            <a:r>
              <a:rPr lang="pt-BR"/>
              <a:t> IN (111, 481, 512, 549); -- só atualiza os antigos</a:t>
            </a:r>
          </a:p>
          <a:p>
            <a:pPr marL="0" indent="0">
              <a:buNone/>
            </a:pPr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A3D8828A-6854-578E-0911-770D11A6941F}"/>
              </a:ext>
            </a:extLst>
          </p:cNvPr>
          <p:cNvSpPr/>
          <p:nvPr/>
        </p:nvSpPr>
        <p:spPr>
          <a:xfrm>
            <a:off x="-2794000" y="-228600"/>
            <a:ext cx="3327400" cy="2400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Cria as </a:t>
            </a:r>
            <a:r>
              <a:rPr lang="pt-BR" err="1"/>
              <a:t>tbMatriculas</a:t>
            </a:r>
            <a:r>
              <a:rPr lang="pt-BR"/>
              <a:t> apagadas já desabilitada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BEF8E8B-6A95-732B-5278-C8195718105B}"/>
              </a:ext>
            </a:extLst>
          </p:cNvPr>
          <p:cNvSpPr/>
          <p:nvPr/>
        </p:nvSpPr>
        <p:spPr>
          <a:xfrm>
            <a:off x="-2882900" y="2228850"/>
            <a:ext cx="3327400" cy="2400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Conserta para mesmo </a:t>
            </a:r>
            <a:r>
              <a:rPr lang="pt-BR" err="1"/>
              <a:t>IdMatricula</a:t>
            </a:r>
            <a:r>
              <a:rPr lang="pt-BR"/>
              <a:t> depois de cadastrar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03704EF-EE9D-AD9A-A66E-9266586E987C}"/>
              </a:ext>
            </a:extLst>
          </p:cNvPr>
          <p:cNvSpPr txBox="1"/>
          <p:nvPr/>
        </p:nvSpPr>
        <p:spPr>
          <a:xfrm>
            <a:off x="381000" y="279052"/>
            <a:ext cx="899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INSERT INTO </a:t>
            </a:r>
            <a:r>
              <a:rPr lang="pt-BR" sz="1400" err="1"/>
              <a:t>tbMatricula</a:t>
            </a:r>
            <a:r>
              <a:rPr lang="pt-BR" sz="1400"/>
              <a:t> (</a:t>
            </a:r>
            <a:r>
              <a:rPr lang="pt-BR" sz="1400" err="1"/>
              <a:t>IdMatricula</a:t>
            </a:r>
            <a:r>
              <a:rPr lang="pt-BR" sz="1400"/>
              <a:t>, </a:t>
            </a:r>
            <a:r>
              <a:rPr lang="pt-BR" sz="1400" err="1"/>
              <a:t>IdCurso</a:t>
            </a:r>
            <a:r>
              <a:rPr lang="pt-BR" sz="1400"/>
              <a:t>, </a:t>
            </a:r>
            <a:r>
              <a:rPr lang="pt-BR" sz="1400" err="1"/>
              <a:t>IdTurma</a:t>
            </a:r>
            <a:r>
              <a:rPr lang="pt-BR" sz="1400"/>
              <a:t>, </a:t>
            </a:r>
            <a:r>
              <a:rPr lang="pt-BR" sz="1400" err="1"/>
              <a:t>IdUsuario</a:t>
            </a:r>
            <a:r>
              <a:rPr lang="pt-BR" sz="1400"/>
              <a:t>, </a:t>
            </a:r>
            <a:r>
              <a:rPr lang="pt-BR" sz="1400" err="1"/>
              <a:t>vData</a:t>
            </a:r>
            <a:r>
              <a:rPr lang="pt-BR" sz="1400"/>
              <a:t>, Habilitado)</a:t>
            </a:r>
          </a:p>
          <a:p>
            <a:r>
              <a:rPr lang="pt-BR" sz="1400"/>
              <a:t>VALUES</a:t>
            </a:r>
          </a:p>
          <a:p>
            <a:r>
              <a:rPr lang="pt-BR" sz="1400"/>
              <a:t>(11, 8, 5, 438, '23/11/2024', 0),</a:t>
            </a:r>
          </a:p>
          <a:p>
            <a:r>
              <a:rPr lang="pt-BR" sz="1400"/>
              <a:t>(89, 8, 5, 416, '23/11/2024', 0),</a:t>
            </a:r>
          </a:p>
          <a:p>
            <a:r>
              <a:rPr lang="pt-BR" sz="1400"/>
              <a:t>(116, 8, 13, 443, '23/11/2024', 0),</a:t>
            </a:r>
          </a:p>
          <a:p>
            <a:r>
              <a:rPr lang="pt-BR" sz="1400"/>
              <a:t>(381, 8, 5, 590, '01/01/2025', 0);</a:t>
            </a:r>
          </a:p>
        </p:txBody>
      </p:sp>
    </p:spTree>
    <p:extLst>
      <p:ext uri="{BB962C8B-B14F-4D97-AF65-F5344CB8AC3E}">
        <p14:creationId xmlns:p14="http://schemas.microsoft.com/office/powerpoint/2010/main" val="279046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C5C44-FD12-5F6E-AE69-F8FC980C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2F849-D6FE-7573-465F-24A7A3DDE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pt-BR"/>
              <a:t>-- 1. Criar (ou recriar) a tabela temporária</a:t>
            </a:r>
          </a:p>
          <a:p>
            <a:pPr marL="0" indent="0">
              <a:buNone/>
            </a:pPr>
            <a:r>
              <a:rPr lang="pt-BR"/>
              <a:t>DROP TEMPORARY TABLE IF EXISTS </a:t>
            </a:r>
            <a:r>
              <a:rPr lang="pt-BR" err="1"/>
              <a:t>tmp_matricula_corrigida</a:t>
            </a:r>
            <a:r>
              <a:rPr lang="pt-BR"/>
              <a:t>;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CREATE TEMPORARY TABLE </a:t>
            </a:r>
            <a:r>
              <a:rPr lang="pt-BR" err="1"/>
              <a:t>tmp_matricula_corrigida</a:t>
            </a:r>
            <a:r>
              <a:rPr lang="pt-BR"/>
              <a:t> AS</a:t>
            </a:r>
          </a:p>
          <a:p>
            <a:pPr marL="0" indent="0">
              <a:buNone/>
            </a:pPr>
            <a:r>
              <a:rPr lang="pt-BR"/>
              <a:t>SELECT </a:t>
            </a:r>
            <a:r>
              <a:rPr lang="pt-BR" err="1"/>
              <a:t>IdUsuario</a:t>
            </a:r>
            <a:r>
              <a:rPr lang="pt-BR"/>
              <a:t> AS </a:t>
            </a:r>
            <a:r>
              <a:rPr lang="pt-BR" err="1"/>
              <a:t>IdAluno</a:t>
            </a:r>
            <a:r>
              <a:rPr lang="pt-BR"/>
              <a:t>, </a:t>
            </a:r>
            <a:r>
              <a:rPr lang="pt-BR" err="1"/>
              <a:t>IdMatricula</a:t>
            </a:r>
            <a:r>
              <a:rPr lang="pt-BR"/>
              <a:t> AS </a:t>
            </a:r>
            <a:r>
              <a:rPr lang="pt-BR" err="1"/>
              <a:t>NovoIdMatricula</a:t>
            </a:r>
            <a:endParaRPr lang="pt-BR"/>
          </a:p>
          <a:p>
            <a:pPr marL="0" indent="0">
              <a:buNone/>
            </a:pPr>
            <a:r>
              <a:rPr lang="pt-BR"/>
              <a:t>FROM </a:t>
            </a:r>
            <a:r>
              <a:rPr lang="pt-BR" err="1"/>
              <a:t>tbMatricula</a:t>
            </a:r>
            <a:endParaRPr lang="pt-BR"/>
          </a:p>
          <a:p>
            <a:pPr marL="0" indent="0">
              <a:buNone/>
            </a:pPr>
            <a:r>
              <a:rPr lang="pt-BR"/>
              <a:t>WHERE </a:t>
            </a:r>
            <a:r>
              <a:rPr lang="pt-BR" err="1"/>
              <a:t>IdUsuario</a:t>
            </a:r>
            <a:r>
              <a:rPr lang="pt-BR"/>
              <a:t> IN (</a:t>
            </a:r>
          </a:p>
          <a:p>
            <a:pPr marL="0" indent="0">
              <a:buNone/>
            </a:pPr>
            <a:r>
              <a:rPr lang="pt-BR"/>
              <a:t>    394, 395, 396, 397, 398, 399, 401, 405, 415, 416, 421,</a:t>
            </a:r>
          </a:p>
          <a:p>
            <a:pPr marL="0" indent="0">
              <a:buNone/>
            </a:pPr>
            <a:r>
              <a:rPr lang="pt-BR"/>
              <a:t>    424, 425, 429, 430, 431, 432, 434, 435, 436, 438, 442,</a:t>
            </a:r>
          </a:p>
          <a:p>
            <a:pPr marL="0" indent="0">
              <a:buNone/>
            </a:pPr>
            <a:r>
              <a:rPr lang="pt-BR"/>
              <a:t>    443, 444, 447, 448, 450, 452, 453, 456, 463, 464, 472,</a:t>
            </a:r>
          </a:p>
          <a:p>
            <a:pPr marL="0" indent="0">
              <a:buNone/>
            </a:pPr>
            <a:r>
              <a:rPr lang="pt-BR"/>
              <a:t>    474, 475, 476, 477, 479, 480, 481, 486, 488, 490, 492,</a:t>
            </a:r>
          </a:p>
          <a:p>
            <a:pPr marL="0" indent="0">
              <a:buNone/>
            </a:pPr>
            <a:r>
              <a:rPr lang="pt-BR"/>
              <a:t>    493, 495, 497, 501, 502, 552, 563, 590, 593, 601, 694, 711</a:t>
            </a:r>
          </a:p>
          <a:p>
            <a:pPr marL="0" indent="0">
              <a:buNone/>
            </a:pPr>
            <a:r>
              <a:rPr lang="pt-BR"/>
              <a:t>);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-- 2. Fazer o UPDATE imediatamente enquanto a tabela temporária existe</a:t>
            </a:r>
          </a:p>
          <a:p>
            <a:pPr marL="0" indent="0">
              <a:buNone/>
            </a:pPr>
            <a:r>
              <a:rPr lang="pt-BR"/>
              <a:t>UPDATE </a:t>
            </a:r>
            <a:r>
              <a:rPr lang="pt-BR" err="1"/>
              <a:t>tbChamada</a:t>
            </a:r>
            <a:r>
              <a:rPr lang="pt-BR"/>
              <a:t> c</a:t>
            </a:r>
          </a:p>
          <a:p>
            <a:pPr marL="0" indent="0">
              <a:buNone/>
            </a:pPr>
            <a:r>
              <a:rPr lang="pt-BR"/>
              <a:t>JOIN </a:t>
            </a:r>
            <a:r>
              <a:rPr lang="pt-BR" err="1"/>
              <a:t>tmp_matricula_corrigida</a:t>
            </a:r>
            <a:r>
              <a:rPr lang="pt-BR"/>
              <a:t> t ON </a:t>
            </a:r>
            <a:r>
              <a:rPr lang="pt-BR" err="1"/>
              <a:t>c.IdAluno</a:t>
            </a:r>
            <a:r>
              <a:rPr lang="pt-BR"/>
              <a:t> = </a:t>
            </a:r>
            <a:r>
              <a:rPr lang="pt-BR" err="1"/>
              <a:t>t.IdAluno</a:t>
            </a:r>
            <a:endParaRPr lang="pt-BR"/>
          </a:p>
          <a:p>
            <a:pPr marL="0" indent="0">
              <a:buNone/>
            </a:pPr>
            <a:r>
              <a:rPr lang="pt-BR"/>
              <a:t>SET </a:t>
            </a:r>
            <a:r>
              <a:rPr lang="pt-BR" err="1"/>
              <a:t>c.IdMatricula</a:t>
            </a:r>
            <a:r>
              <a:rPr lang="pt-BR"/>
              <a:t> = </a:t>
            </a:r>
            <a:r>
              <a:rPr lang="pt-BR" err="1"/>
              <a:t>t.NovoIdMatricula</a:t>
            </a:r>
            <a:endParaRPr lang="pt-BR"/>
          </a:p>
          <a:p>
            <a:pPr marL="0" indent="0">
              <a:buNone/>
            </a:pPr>
            <a:r>
              <a:rPr lang="pt-BR"/>
              <a:t>WHERE </a:t>
            </a:r>
            <a:r>
              <a:rPr lang="pt-BR" err="1"/>
              <a:t>c.IdMatricula</a:t>
            </a:r>
            <a:r>
              <a:rPr lang="pt-BR"/>
              <a:t> != </a:t>
            </a:r>
            <a:r>
              <a:rPr lang="pt-BR" err="1"/>
              <a:t>t.NovoIdMatricula</a:t>
            </a:r>
            <a:r>
              <a:rPr lang="pt-BR"/>
              <a:t>;</a:t>
            </a:r>
          </a:p>
          <a:p>
            <a:pPr marL="0" indent="0">
              <a:buNone/>
            </a:pPr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8A79C74-65A6-4493-3C53-5108A2DBDD92}"/>
              </a:ext>
            </a:extLst>
          </p:cNvPr>
          <p:cNvSpPr/>
          <p:nvPr/>
        </p:nvSpPr>
        <p:spPr>
          <a:xfrm>
            <a:off x="-2882900" y="2228850"/>
            <a:ext cx="3327400" cy="2400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Ajusta todas as </a:t>
            </a:r>
            <a:r>
              <a:rPr lang="pt-BR" err="1"/>
              <a:t>IdMAtriculas</a:t>
            </a:r>
            <a:r>
              <a:rPr lang="pt-BR"/>
              <a:t> duplicadas</a:t>
            </a:r>
          </a:p>
        </p:txBody>
      </p:sp>
    </p:spTree>
    <p:extLst>
      <p:ext uri="{BB962C8B-B14F-4D97-AF65-F5344CB8AC3E}">
        <p14:creationId xmlns:p14="http://schemas.microsoft.com/office/powerpoint/2010/main" val="93524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BFC4402-1BDD-6BC3-7305-69354E9DD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4615"/>
            <a:ext cx="12192000" cy="42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1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9AD79-B823-2001-BB68-B7D9FEBC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A283F1-840B-92CE-03F9-C4C7024E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5998"/>
            <a:ext cx="12192000" cy="52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8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5A78-FE5E-4B3A-B5EA-0F8F1B48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AE5C05-0254-3306-31D0-3C5C44A7B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7141"/>
            <a:ext cx="12192000" cy="16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FE8D-98BF-BF87-DD54-0C8FBEF9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5FD3A-E9EA-610F-4BF1-46217228F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8209"/>
            <a:ext cx="12192000" cy="52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B26F-CF1B-6B7D-497B-2B1F6DEC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8733AA-D794-800E-889F-2FAA60814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869"/>
            <a:ext cx="12192000" cy="159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5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E75A-73C3-813D-AE11-3D0E8825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EC8FAA-D7EF-6E58-D7DC-04AEB17F2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1043"/>
            <a:ext cx="12192000" cy="49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02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140A-CCA0-22D1-AD1B-A27BE26F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72F424-6C93-B921-486F-ABF49BBDF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3184"/>
            <a:ext cx="12192000" cy="55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81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F26D-B6EA-FFD6-D72A-7BD701B4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90A9A9-CC2D-90C4-11AE-2E63B458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4085"/>
            <a:ext cx="12192000" cy="152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8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3345E-CF21-5D35-EEE8-EBA14D4E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D4E545-B2CA-8420-9899-74164DC2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0633"/>
            <a:ext cx="12192000" cy="45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8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0ECC2-3AAA-840E-F749-B3347F5A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4395A5-7A12-CDEF-F5EB-A9ECDDA7B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69" y="0"/>
            <a:ext cx="10477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87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30AE-4F9F-F582-F23C-91A2A05B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AF2FB83-FF64-D7C2-1393-A0408744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61" y="0"/>
            <a:ext cx="10753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61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CBB0-F5DA-25C9-01E4-29EA659A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3EB6A8-770A-7809-C3E0-316ABA7C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938"/>
            <a:ext cx="12192000" cy="388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1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F413-B20D-413B-30D8-4C2823F9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23911B-3242-32CC-8EAC-A14AEFF8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5480"/>
            <a:ext cx="12192000" cy="6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20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B05F0-BC38-F35F-375F-957110C9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D3CA0A3-C95F-2BC0-9255-2D2F314C9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49"/>
            <a:ext cx="12192000" cy="66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7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6B7B-5514-C8D5-7176-118DA975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A5FA34-284D-8A7B-74FE-03CD5CDA4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4" y="0"/>
            <a:ext cx="10874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7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3DD2-789B-1132-FDE1-4B2527AA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01BD959-D230-5111-6550-5D0859B1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9625"/>
            <a:ext cx="12192000" cy="14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16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E2AC-ECC2-15B6-496C-1F99DE43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7B3D863-82C8-DB6D-AFA0-BAFF452E7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1986"/>
            <a:ext cx="12192000" cy="149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9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7098-6D2C-5AE5-637A-2F2619B4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FF12D3-22D1-9E16-363A-D029E52AE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130"/>
            <a:ext cx="12192000" cy="40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1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Tema do Office</vt:lpstr>
      <vt:lpstr>DELETE FROM tbChamada WHERE IdChamada IN (1714,1711,8237,7489,8239,1709,1956,8240,1673,1510,1680,1660,1641,1787,1903,2121,2330,2537,3175,3859,4513,4757,5185,5802,6060,6474,6816,7420,2881,7025,7473,1683,7481,1521,1689,1799,1962,2015,2204,2424,2629,3064,3267,3510,3689,8710,4142,1688,7039,7474,7074,7490,7063,7477,3731,3989, 8697);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 Pires</dc:creator>
  <cp:revision>1</cp:revision>
  <dcterms:created xsi:type="dcterms:W3CDTF">2025-04-20T14:34:37Z</dcterms:created>
  <dcterms:modified xsi:type="dcterms:W3CDTF">2025-04-22T21:13:02Z</dcterms:modified>
</cp:coreProperties>
</file>